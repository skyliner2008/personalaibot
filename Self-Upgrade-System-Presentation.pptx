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Self-Upgrade 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ที่อัปเกรดตัวเองได้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PersonalAIBotV2 — ระบบวิวัฒนาการอัตโนมัติ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Self-Upgrade System คืออะไร?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ระบบที่ให้ AI วิเคราะห์ code ของตัวเอง แล้วเสนอการปรับปรุง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ตรวจสอบความปลอดภัย แล้วอัปเกรดตัวเองอัตโนมัติ — โดยมีการ์ดป้องกันไม่ให้พัง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606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0" y="2788920"/>
            <a:ext cx="731520" cy="7315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9077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 Code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อ่าน code ทั้งหมด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หาจุดที่ปรับปรุงได้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91840" y="2606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06240" y="2788920"/>
            <a:ext cx="731520" cy="7315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90779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9184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11 ขั้น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29184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ผ่าน 11 ด่านตรวจสอบ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ก่อนแก้ไขจริง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26480" y="2606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40880" y="2788920"/>
            <a:ext cx="731520" cy="7315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9077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648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ย้อนกลับอัตโนมัติ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12648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ถ้าพัง → BootGuardian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ย้อนกลับทันที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ขั้นตอนของ Self-Upgrade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ทุกขั้นตอนต้องผ่าน — ถ้าไม่ผ่านแม้แค่ 1 ขั้น จะถูกปฏิเสธทันที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 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12801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กรองข้อเสนอ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66160" y="12801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4612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12801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วิเคราะห์ผลกระทบ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2240" y="12801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เรียนรู้จากอดีต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955280" y="12801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3524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352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 Trauma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955280" y="3200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9552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63524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Brain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3524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สมองที่ 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492240" y="3200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17220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7220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วางแผน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029200" y="3200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70916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0916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ลงมือแก้ไข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48056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566160" y="3200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35661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324612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24612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ผู้คุม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01752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2103120" y="3200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21031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78308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Test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78308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ทดสอบบูต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ผ่านครบ 11 ขั้น = อัปเกรดสำเร็จ!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ขั้นที่ 1–6: วิเคราะห์และกลั่นกรอง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97840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78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05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60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383280" y="960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อ่าน code ทุกไฟล์ สร้างแผนที่โครงสร้างทั้งระบบ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" y="166420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916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383280" y="1645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กรองข้อเสนอซ้ำ / เล็กเกินไป / ไม่สมเหตุสมผล ออก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235000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377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38328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ตรวจว่าข้อเสนอมีเหตุผล เข้ากันได้กับระบบปัจจุบัน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4360" y="303580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19"/>
          <p:cNvSpPr/>
          <p:nvPr/>
        </p:nvSpPr>
        <p:spPr>
          <a:xfrm>
            <a:off x="5943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0632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3736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338328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วิเคราะห์ว่าถ้าแก้ไฟล์นี้ จะกระทบไฟล์อื่นกี่ตัว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4"/>
          <p:cNvSpPr/>
          <p:nvPr/>
        </p:nvSpPr>
        <p:spPr>
          <a:xfrm>
            <a:off x="5943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74904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3736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Journal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3383280" y="3703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เช็คบันทึกอดีต — เคยลองแบบนี้แล้วพังไหม?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94360" y="440740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29"/>
          <p:cNvSpPr/>
          <p:nvPr/>
        </p:nvSpPr>
        <p:spPr>
          <a:xfrm>
            <a:off x="59436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443484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737360" y="438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Check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3383280" y="4389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ถ้าเคยพังมาก่อนจากการแก้คล้ายๆ กัน → บล็อคทันที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สมองที่ 2 (Second Brain)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ระบบความจำที่ช่วยให้ AI เข้าใจ code อย่างลึกซึ้ง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651760" cy="329184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4630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Architecture Map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แผนที่โครงสร้าง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3017520"/>
            <a:ext cx="173736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บันทึกว่าแต่ละไฟล์ทำหน้าที่อะไร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function อะไรบ้าง export อะไร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91840" y="1188720"/>
            <a:ext cx="2651760" cy="329184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46304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9184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Dependency Graph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9184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กราฟความสัมพันธ์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749040" y="3017520"/>
            <a:ext cx="173736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4"/>
          <p:cNvSpPr/>
          <p:nvPr/>
        </p:nvSpPr>
        <p:spPr>
          <a:xfrm>
            <a:off x="347472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รู้ว่าไฟล์ไหน import ไฟล์ไหน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แก้ตัวนี้ → กระทบกี่ไฟล์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17920" y="1188720"/>
            <a:ext cx="2651760" cy="329184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46304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Semantic Embeddings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1792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เข้าใจความหมาย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675120" y="3017520"/>
            <a:ext cx="173736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 code เป็นเวกเตอร์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หาไฟล์ที่มีรูปแบบคล้ายกัน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 ทำงานร่วมกัน → AI เข้าใจ code ทั้งระบบก่อนลงมือแก้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ขั้นที่ 8–11: วางแผน ลงมือ ตรวจสอบ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960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6596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วางแผนการแก้ไขอย่างละเอียด กำหนดว่าจะแก้บรรทัดไหน เปลี่ยนอะไร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ใช้ข้อมูลจาก Second Brain + Learning Journal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96596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ลงมือแก้ code จริง ผ่านระบบ Swarm (ทีม AI ผู้เชี่ยวชาญ)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8404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เขียน → Reviewer ตรวจ → esbuild เช็ค Syntax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0896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6596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96596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ผู้คุมประตูสุดท้าย — เช็ค Syntax + ตรวจว่า code ถูกต้อง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84048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ถ้าไม่ผ่าน → ย้อนกลับทันที ไม่ปล่อยผ่าน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11480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96596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Test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96596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ทดสอบว่า server บูตขึ้นได้หลังแก้ไข ภายใน 15 วินาที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38404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ถ้าบูตไม่ขึ้น → BootGuardian ย้อนกลับอัตโนมัติ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BootGuardian — ระบบความปลอดภัย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"ถ้าพัง — ย้อนกลับอัตโนมัติภายใน 15 วินาที"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286000" cy="91440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2286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แก้ไข Code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834640" y="1463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1280160"/>
            <a:ext cx="2286000" cy="91440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280160"/>
            <a:ext cx="2286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รีสตาร์ท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60720" y="1463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309360" y="1280160"/>
            <a:ext cx="2377440" cy="91440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1280160"/>
            <a:ext cx="23774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 15 วินาที...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2743200"/>
            <a:ext cx="3931920" cy="1645920"/>
          </a:xfrm>
          <a:prstGeom prst="rect">
            <a:avLst/>
          </a:prstGeom>
          <a:solidFill>
            <a:srgbClr val="0F3D0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74320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บูตสำเร็จ!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440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ลบ backup footprint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อัปเกรดสำเร็จถาวร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บันทึกลง Learning Journal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54880" y="2743200"/>
            <a:ext cx="3931920" cy="1645920"/>
          </a:xfrm>
          <a:prstGeom prst="rect">
            <a:avLst/>
          </a:prstGeom>
          <a:solidFill>
            <a:srgbClr val="3D0F0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743200"/>
            <a:ext cx="3931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Crash ภายใน 15 วินาที!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21208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BootGuardian ตรวจจับ crash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ย้อน code กลับเป็นเวอร์ชันเดิม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อัปเดต DB: status = 'rejected'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ผลลัพธ์: Server ไม่มีวันพังถาวร — มีแผนสำรองเสมอ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Core Files — ไฟล์ห้ามแตะ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ไฟล์สำคัญที่ AI จะแก้ไขไม่ได้เด็ดขาด — แต่ AI อ่านได้เพื่อทำความเข้าใจ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selfUpgrade.ts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1051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17190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bootGuardian.ts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494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1579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index.ts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8833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2596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db.ts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27248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035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embeddingProvider.ts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56616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74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vectorStore.ts</a:t>
            </a:r>
            <a:endParaRPr lang="en-US" sz="12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005072"/>
            <a:ext cx="256032" cy="2560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913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toolRegistry.ts</a:t>
            </a:r>
            <a:endParaRPr lang="en-US" sz="1200" dirty="0"/>
          </a:p>
        </p:txBody>
      </p:sp>
      <p:sp>
        <p:nvSpPr>
          <p:cNvPr id="22" name="Shape 12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3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1371600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4924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socketHandlers.ts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1810512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49240" y="17190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adminTools.ts</a:t>
            </a:r>
            <a:endParaRPr lang="en-US" sz="12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2249424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349240" y="21579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memoryManager.ts</a:t>
            </a:r>
            <a:endParaRPr lang="en-US" sz="12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2688336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349240" y="2596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webSearch.ts</a:t>
            </a:r>
            <a:endParaRPr lang="en-US" sz="12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3480" y="3127248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349240" y="3035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conversationManager.ts</a:t>
            </a:r>
            <a:endParaRPr lang="en-US" sz="120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83480" y="3566160"/>
            <a:ext cx="256032" cy="256032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5349240" y="3474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200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3480" y="4005072"/>
            <a:ext cx="256032" cy="256032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5349240" y="3913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prompts.ts</a:t>
            </a:r>
            <a:endParaRPr lang="en-US" sz="1200" dirty="0"/>
          </a:p>
        </p:txBody>
      </p:sp>
      <p:sp>
        <p:nvSpPr>
          <p:cNvPr id="38" name="Shape 2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9" name="Text 22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อ่านไฟล์เหล่านี้เพื่อทำความเข้าใจระบบ แต่จะไม่สามารถแก้ไขได้ — เพื่อความปลอดภัยสูงสุด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ผลลัพธ์จริง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182880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อัปเกรดสำเร็จ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2011680" cy="182880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97280"/>
            <a:ext cx="20116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5146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ด่านตรวจสอบ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2011680" cy="182880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20116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ของ Second Brain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097280"/>
            <a:ext cx="2011680" cy="182880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09728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99516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Auto-Rollback ถ้าพัง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21284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83280"/>
            <a:ext cx="8229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66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สแกนและอัปเกรด code อัตโนมัติทุก 45 นาที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ผ่าน 11 ขั้นตอนตรวจสอบก่อนแก้ไข code จริง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มี Second Brain 3 Layer ช่วยเข้าใจระบบทั้งหมด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BootGuardian ย้อนกลับอัตโนมัติถ้า server crash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ที่วิวัฒนาการตัวเองได้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อย่างปลอดภัย — อย่างชาญฉลาด — อย่างอัตโนมัติ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PersonalAIBotV2 — Self-Upgrade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Self-Upgrade System — AI ที่อัปเกรดตัวเองได้</dc:title>
  <dc:subject>PptxGenJS Presentation</dc:subject>
  <dc:creator>PersonalAIBotV2</dc:creator>
  <cp:lastModifiedBy>PersonalAIBotV2</cp:lastModifiedBy>
  <cp:revision>1</cp:revision>
  <dcterms:created xsi:type="dcterms:W3CDTF">2026-03-22T17:41:15Z</dcterms:created>
  <dcterms:modified xsi:type="dcterms:W3CDTF">2026-03-22T17:41:15Z</dcterms:modified>
</cp:coreProperties>
</file>